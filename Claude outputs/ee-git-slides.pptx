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in one sentence. Say it, then move. Recruit the experienced people as helpers.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public warning first, then the DevOps one. Your line: "and it is too late to do that now — if you have not needed git so far, you are probably already not paying attention." Say it wry, not sharp. Then move on: they watch, you help them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Shift rule — it is the one they will remember because it is checkable. Tell the blitz story here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the exercise. The pale tiles are all the same command — that repetition is the point, not filler.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BEFORE anyone types the commit command. Somebody will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answers down. That is next month, chosen by the room instead of by 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 MONTHLY TRAINING  ·  SEPTEMBER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your work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the repo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thirty minutes, every one of you will have put a file into a shared repo — on a branch with a proper name, through a pull request.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3794760"/>
            <a:ext cx="7644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training/hopper-eric   ──PR──&gt;   master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D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WE START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to know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886200" cy="1417320"/>
          </a:xfrm>
          <a:prstGeom prst="roundRect">
            <a:avLst>
              <a:gd name="adj" fmla="val 3226"/>
            </a:avLst>
          </a:prstGeom>
          <a:solidFill>
            <a:srgbClr val="EDF1E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9928"/>
            <a:ext cx="310896" cy="310896"/>
          </a:xfrm>
          <a:prstGeom prst="ellipse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691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 is public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0848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internet can read it. Your name and your market — nothing else. No part numbers, no customers, no project details.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481328"/>
            <a:ext cx="3886200" cy="1417320"/>
          </a:xfrm>
          <a:prstGeom prst="roundRect">
            <a:avLst>
              <a:gd name="adj" fmla="val 3226"/>
            </a:avLst>
          </a:prstGeom>
          <a:solidFill>
            <a:srgbClr val="EDF1E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709928"/>
            <a:ext cx="310896" cy="310896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709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67528" y="1691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does not mean writable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956048" y="20848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4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not done your GitHub setup with DevOps, you will clone fine and then fail at push. That is not something we can fix in this session — find me afterward.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8046720" cy="1234440"/>
          </a:xfrm>
          <a:prstGeom prst="roundRect">
            <a:avLst>
              <a:gd name="adj" fmla="val 4444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246120"/>
            <a:ext cx="76443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  = anyone, because the repo is public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 = your account, added to the org by DevOps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setup  -&gt;  git push  -&gt;  "Repository not found"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D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NAMES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touch the Shift key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is unshifted — the letters, the hyphen, the slash. If you pressed Shift, you typed it wrong.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046720" cy="1371600"/>
          </a:xfrm>
          <a:prstGeom prst="roundRect">
            <a:avLst>
              <a:gd name="adj" fmla="val 4000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11680"/>
            <a:ext cx="7644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       training/lastname-firstname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training/smith-jane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repo    &lt;market&gt;/&lt;topic&gt;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ag/pump-ctrl-rev-b     dozer/harness-rework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3625596"/>
            <a:ext cx="109728" cy="109728"/>
          </a:xfrm>
          <a:prstGeom prst="ellipse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5570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is a branch OR a folder of branches — never both.  </a:t>
            </a:r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ag/pump-ctrl as a branch blocks ag/pump-ctrl/anything.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009644"/>
            <a:ext cx="109728" cy="109728"/>
          </a:xfrm>
          <a:prstGeom prst="ellipse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9410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release-candidate is reserved.  </a:t>
            </a:r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each market's collection point. Not for ordinary work.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393692"/>
            <a:ext cx="109728" cy="109728"/>
          </a:xfrm>
          <a:prstGeom prst="ellipse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43251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branch name writes your PR title for you.  </a:t>
            </a:r>
            <a:pPr indent="0" marL="0">
              <a:buNone/>
            </a:pPr>
            <a:r>
              <a:rPr lang="en-US" sz="1250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turns training/smith-jane into "Training/smith jane".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D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WHOLE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commands, six ideas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325880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2588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EDF1E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9856" y="1325880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32588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63056" y="1325880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325880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975104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" y="1975104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97510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your file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975104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EDF1E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19856" y="1975104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197510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975104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63056" y="1975104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975104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24328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EDF1E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" y="2624328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62432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2624328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19856" y="2624328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262432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"…"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624328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EDF1E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63056" y="2624328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262432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273552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" y="327355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327355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…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91840" y="3273552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EDF1E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19856" y="327355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749040" y="327355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14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35040" y="3273552"/>
            <a:ext cx="2615184" cy="530352"/>
          </a:xfrm>
          <a:prstGeom prst="roundRect">
            <a:avLst>
              <a:gd name="adj" fmla="val 8621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63056" y="327355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327355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PR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runs after every change — and prints something different every time. That is how you know where you are.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A2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SCREEN GOES WEIRD AND WILL NOT LET YOU 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forgot the  -m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opened a text editor called vim. Here is the way out: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046720" cy="1143000"/>
          </a:xfrm>
          <a:prstGeom prst="roundRect">
            <a:avLst>
              <a:gd name="adj" fmla="val 4800"/>
            </a:avLst>
          </a:prstGeom>
          <a:solidFill>
            <a:srgbClr val="0F1714"/>
          </a:solidFill>
          <a:ln w="25400">
            <a:solidFill>
              <a:srgbClr val="C462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2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      :q!      Enter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82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B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 it again, with the message in quotes: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0F1714"/>
          </a:solidFill>
          <a:ln w="12700">
            <a:solidFill>
              <a:srgbClr val="0F17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566160"/>
            <a:ext cx="7644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"Added my name to the guestbook"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COMING 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skipped on purpose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1545336"/>
            <a:ext cx="100584" cy="100584"/>
          </a:xfrm>
          <a:prstGeom prst="ellipse">
            <a:avLst/>
          </a:prstGeom>
          <a:solidFill>
            <a:srgbClr val="6FD3BC"/>
          </a:solidFill>
          <a:ln w="12700">
            <a:solidFill>
              <a:srgbClr val="6FD3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LFS stores the Danfoss GUIDE files — and why they sometimes look like tiny text files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965960"/>
            <a:ext cx="100584" cy="100584"/>
          </a:xfrm>
          <a:prstGeom prst="ellipse">
            <a:avLst/>
          </a:prstGeom>
          <a:solidFill>
            <a:srgbClr val="6FD3BC"/>
          </a:solidFill>
          <a:ln w="12700">
            <a:solidFill>
              <a:srgbClr val="6FD3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836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only your own market's folder instead of all ten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2386584"/>
            <a:ext cx="100584" cy="100584"/>
          </a:xfrm>
          <a:prstGeom prst="ellipse">
            <a:avLst/>
          </a:prstGeom>
          <a:solidFill>
            <a:srgbClr val="6FD3BC"/>
          </a:solidFill>
          <a:ln w="12700">
            <a:solidFill>
              <a:srgbClr val="6FD3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3042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two people edit the same binary and Git cannot merge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2807208"/>
            <a:ext cx="100584" cy="100584"/>
          </a:xfrm>
          <a:prstGeom prst="ellipse">
            <a:avLst/>
          </a:prstGeom>
          <a:solidFill>
            <a:srgbClr val="6FD3BC"/>
          </a:solidFill>
          <a:ln w="12700">
            <a:solidFill>
              <a:srgbClr val="6FD3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72491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locking — stopping that collision before it happens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" y="3227832"/>
            <a:ext cx="100584" cy="100584"/>
          </a:xfrm>
          <a:prstGeom prst="ellipse">
            <a:avLst/>
          </a:prstGeom>
          <a:solidFill>
            <a:srgbClr val="6FD3BC"/>
          </a:solidFill>
          <a:ln w="12700">
            <a:solidFill>
              <a:srgbClr val="6FD3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14553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3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release-candidate flow in the real repo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1F2B26"/>
          </a:solidFill>
          <a:ln w="12700">
            <a:solidFill>
              <a:srgbClr val="2E3D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4904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FD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drop off: what is the thing about our repo that most makes you not want to use it?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your work into the repo</dc:title>
  <dc:subject>PptxGenJS Presentation</dc:subject>
  <dc:creator>Eric Hopper</dc:creator>
  <cp:lastModifiedBy>Eric Hopper</cp:lastModifiedBy>
  <cp:revision>1</cp:revision>
  <dcterms:created xsi:type="dcterms:W3CDTF">2026-09-21T18:24:41Z</dcterms:created>
  <dcterms:modified xsi:type="dcterms:W3CDTF">2026-09-21T18:24:41Z</dcterms:modified>
</cp:coreProperties>
</file>